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422FEF-5BF5-44A1-BB98-97288B2EB98B}" v="1" dt="2026-04-08T11:07:31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 V" userId="a2c67b6e59d52c1c" providerId="LiveId" clId="{2FACB894-C101-4CCD-9EDA-1203002C131E}"/>
    <pc:docChg chg="modSld">
      <pc:chgData name="Harshith V" userId="a2c67b6e59d52c1c" providerId="LiveId" clId="{2FACB894-C101-4CCD-9EDA-1203002C131E}" dt="2026-04-08T11:07:35.385" v="2" actId="122"/>
      <pc:docMkLst>
        <pc:docMk/>
      </pc:docMkLst>
      <pc:sldChg chg="modSp mod">
        <pc:chgData name="Harshith V" userId="a2c67b6e59d52c1c" providerId="LiveId" clId="{2FACB894-C101-4CCD-9EDA-1203002C131E}" dt="2026-04-08T11:07:35.385" v="2" actId="122"/>
        <pc:sldMkLst>
          <pc:docMk/>
          <pc:sldMk cId="295621377" sldId="267"/>
        </pc:sldMkLst>
        <pc:spChg chg="mod">
          <ac:chgData name="Harshith V" userId="a2c67b6e59d52c1c" providerId="LiveId" clId="{2FACB894-C101-4CCD-9EDA-1203002C131E}" dt="2026-04-08T11:07:35.385" v="2" actId="122"/>
          <ac:spMkLst>
            <pc:docMk/>
            <pc:sldMk cId="295621377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racker.ietf.org/doc/html/rfc7519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eharshithv14-ctrl/INTERNSHIP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 Senthil Kumar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B-Tech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Mr. 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INTERNSHIP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4287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HARSHITH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Company / Organization Name: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</a:t>
            </a:r>
            <a:endParaRPr lang="en-US" dirty="0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Organization Type: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Government of India Enterprise(Under Ministry of Railways)</a:t>
            </a:r>
            <a:endParaRPr lang="en-US" dirty="0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Location: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Yelahanka, Bengaluru, Karnataka</a:t>
            </a:r>
            <a:endParaRPr lang="en-US" dirty="0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Overview: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 is a premier manufacturing unit of Indian Railways, established to manufacture cast steel wheels and axles used in railway rolling stock across India.</a:t>
            </a: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 Full Stack Web Development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(REST API Architecture)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Three-Tier Architecture (Frontend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6804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carried out under organizational supervision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Buddha Appa Rao, Senior Section Engineer (SSE)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Rail Wheel Factory.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Regular progress reviews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Independent project-based development</a:t>
            </a: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Responsibilities: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schema design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Writing SQL queries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Developing Flask APIs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integration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Authentication system implementation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Debugging and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Designing normalized relational database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Creating proper primary and foreign key relationships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Handling SQL join operations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Debugging Flask–SQL Server connection errors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session-based authentication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Fixing frontend-backend API integration issues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Outcome: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problem-solving skills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understanding of REST API architecture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debugging and system design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Digitize hospital workflows: patient registration, visits, diagnoses &amp; prescriptions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role-based access for Doctors, Patients, Pharmacists and Admins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real-time prescription tracking and one-click pharmacy dispensing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patients to securely upload and view their own medical files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an admin dashboard with live stats and bulk patient import (Excel/CSV)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data persistence — no records lost on schema re-deployment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874459-3E33-F2C6-3C86-E2EEC34B9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7703" y="1480134"/>
            <a:ext cx="1167659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HMS tools (Epic, Meditech) are expensive, desktop-bound and complex to deploy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open-source alternatives lack role-based access and modern UI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unified view across doctor, pharmacist and admin roles in a single application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upload and bulk import features are rarely included in reviewed systems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 migrations in existing tools routinely destroy live patient data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+ JWT and React + TypeScript identified as best fit for a secure, modern stack </a:t>
            </a: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Medicare Plus is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Hospital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(Backend API)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 (Database)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(Frontend)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&amp; Visit Management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CSV-based Bulk Data Import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Disease Tracking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Prescription &amp; Lab Management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Dashboard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patient data across hospital departments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manual record-keeping systems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analytics for decision-making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tracking of chronic diseases over time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 in traditional authentication systems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handling large-scale patient data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and integrated healthcare system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patient tracking and analytics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bulk data import using CSV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access control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modular architecture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chronic disease monitoring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workload and errors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architecture: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 (UI)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(Flask API)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(SQL Server)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communication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Entities: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Patients, Doctors, Visits, Prescriptions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patient → multiple visits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→ Dashboard → Data operations → Storage → Analytics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9E63FB-721B-7382-67C7-724F7C1562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4366"/>
            <a:ext cx="835671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developed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REST APIs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implemented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Server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import module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bulk patient &amp; visit ingestion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used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API-based architecture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linking of: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Patients → Visits → Diagnosis → Prescriptions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3B6C666-97A5-6E04-B69D-E707B420D9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4366"/>
            <a:ext cx="492205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for API endpoints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for modules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Import Testing: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Deduplication checks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response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sanitization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051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Medicare Plus successfully integrates hospital operations into a unified system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scalable, and efficient healthcare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and patient tracking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and reduces manual effort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disease prediction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integration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39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0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dirty="0"/>
              <a:t>Sommerville, I. (2015). </a:t>
            </a:r>
            <a:r>
              <a:rPr lang="en-IN" i="1" dirty="0"/>
              <a:t>Software Engineering</a:t>
            </a:r>
            <a:r>
              <a:rPr lang="en-IN" dirty="0"/>
              <a:t> (10th ed.). Pearson. (Suitable for referencing the software development life cycle, architectural patterns, and system design).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Silberschatz, A., Korth, H. F., &amp; Sudarshan, S. (2019). </a:t>
            </a:r>
            <a:r>
              <a:rPr lang="en-IN" i="1" dirty="0"/>
              <a:t>Database System Concepts</a:t>
            </a:r>
            <a:r>
              <a:rPr lang="en-IN" dirty="0"/>
              <a:t> (7th ed.). McGraw-Hill Education. (Legitimate academic reference for relational database design, normalization, and view creation).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Krug, S. (2014). </a:t>
            </a:r>
            <a:r>
              <a:rPr lang="en-IN" i="1" dirty="0"/>
              <a:t>Don't Make Me Think, Revisited: A Common Sense Approach to Web Usability</a:t>
            </a:r>
            <a:r>
              <a:rPr lang="en-IN" dirty="0"/>
              <a:t> (3rd ed.). New Riders. (Suitable for justifying the UI/UX design choices, dashboard layouts, and interactive components).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 Ferraiolo, D. F., &amp; Kuhn, D. R. (1992). </a:t>
            </a:r>
            <a:r>
              <a:rPr lang="en-IN" i="1" dirty="0"/>
              <a:t>Role-Based Access Controls</a:t>
            </a:r>
            <a:r>
              <a:rPr lang="en-IN" dirty="0"/>
              <a:t>. In Proceedings of the 15th NIST-NCSC National Computer Security Conference. (Foundational academic paper to justify the multi-tier permission system for Admins, Doctors, Receptionists, Radiologists, and Patients).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Jones, M., Bradley, J., &amp; </a:t>
            </a:r>
            <a:r>
              <a:rPr lang="en-IN" dirty="0" err="1"/>
              <a:t>Sakimura</a:t>
            </a:r>
            <a:r>
              <a:rPr lang="en-IN" dirty="0"/>
              <a:t>, N. (2015). </a:t>
            </a:r>
            <a:r>
              <a:rPr lang="en-IN" i="1" dirty="0"/>
              <a:t>RFC 7519: JSON Web Token (JWT)</a:t>
            </a:r>
            <a:r>
              <a:rPr lang="en-IN" dirty="0"/>
              <a:t>. Internet Engineering Task Force (IETF). Retrieved from </a:t>
            </a:r>
            <a:r>
              <a:rPr lang="en-IN" u="sng" dirty="0">
                <a:hlinkClick r:id="rId2"/>
              </a:rPr>
              <a:t>https://datatracker.ietf.org/doc/html/rfc7519</a:t>
            </a:r>
            <a:r>
              <a:rPr lang="en-IN" dirty="0"/>
              <a:t> (Official standard reference for the stateless authentication method).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398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hlinkClick r:id="rId2"/>
              </a:rPr>
              <a:t>https://github.com/meharshithv14-ctrl/INTERNSHIP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7021</TotalTime>
  <Words>1139</Words>
  <Application>Microsoft Office PowerPoint</Application>
  <PresentationFormat>Widescreen</PresentationFormat>
  <Paragraphs>188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Testing</vt:lpstr>
      <vt:lpstr>Conclusion</vt:lpstr>
      <vt:lpstr>References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Harshith V</cp:lastModifiedBy>
  <cp:revision>722</cp:revision>
  <dcterms:created xsi:type="dcterms:W3CDTF">2022-10-14T07:18:17Z</dcterms:created>
  <dcterms:modified xsi:type="dcterms:W3CDTF">2026-04-08T11:07:40Z</dcterms:modified>
</cp:coreProperties>
</file>