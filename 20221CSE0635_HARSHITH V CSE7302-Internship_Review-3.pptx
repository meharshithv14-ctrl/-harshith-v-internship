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9" r:id="rId13"/>
    <p:sldId id="276" r:id="rId14"/>
    <p:sldId id="277" r:id="rId15"/>
    <p:sldId id="280" r:id="rId16"/>
    <p:sldId id="281" r:id="rId17"/>
    <p:sldId id="282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>
        <p:scale>
          <a:sx n="75" d="100"/>
          <a:sy n="75" d="100"/>
        </p:scale>
        <p:origin x="108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V" userId="a2c67b6e59d52c1c" providerId="LiveId" clId="{2FACB894-C101-4CCD-9EDA-1203002C131E}"/>
    <pc:docChg chg="custSel addSld modSld">
      <pc:chgData name="Harshith V" userId="a2c67b6e59d52c1c" providerId="LiveId" clId="{2FACB894-C101-4CCD-9EDA-1203002C131E}" dt="2026-03-06T06:27:53.671" v="91" actId="14100"/>
      <pc:docMkLst>
        <pc:docMk/>
      </pc:docMkLst>
      <pc:sldChg chg="addSp delSp modSp new mod">
        <pc:chgData name="Harshith V" userId="a2c67b6e59d52c1c" providerId="LiveId" clId="{2FACB894-C101-4CCD-9EDA-1203002C131E}" dt="2026-03-06T06:20:52.732" v="29" actId="14100"/>
        <pc:sldMkLst>
          <pc:docMk/>
          <pc:sldMk cId="2871354730" sldId="280"/>
        </pc:sldMkLst>
        <pc:picChg chg="add del mod">
          <ac:chgData name="Harshith V" userId="a2c67b6e59d52c1c" providerId="LiveId" clId="{2FACB894-C101-4CCD-9EDA-1203002C131E}" dt="2026-03-06T06:18:00.771" v="5" actId="21"/>
          <ac:picMkLst>
            <pc:docMk/>
            <pc:sldMk cId="2871354730" sldId="280"/>
            <ac:picMk id="5" creationId="{0093DAC5-FDD6-560B-A966-EDD128CD0164}"/>
          </ac:picMkLst>
        </pc:picChg>
        <pc:picChg chg="add del mod">
          <ac:chgData name="Harshith V" userId="a2c67b6e59d52c1c" providerId="LiveId" clId="{2FACB894-C101-4CCD-9EDA-1203002C131E}" dt="2026-03-06T06:18:00.771" v="5" actId="21"/>
          <ac:picMkLst>
            <pc:docMk/>
            <pc:sldMk cId="2871354730" sldId="280"/>
            <ac:picMk id="7" creationId="{0F66F910-1297-3C09-5C9D-274415FBFE1B}"/>
          </ac:picMkLst>
        </pc:picChg>
        <pc:picChg chg="add mod">
          <ac:chgData name="Harshith V" userId="a2c67b6e59d52c1c" providerId="LiveId" clId="{2FACB894-C101-4CCD-9EDA-1203002C131E}" dt="2026-03-06T06:18:39.741" v="10" actId="1076"/>
          <ac:picMkLst>
            <pc:docMk/>
            <pc:sldMk cId="2871354730" sldId="280"/>
            <ac:picMk id="9" creationId="{9BB387C7-C115-3457-C643-2B50B45BA8C5}"/>
          </ac:picMkLst>
        </pc:picChg>
        <pc:picChg chg="add mod">
          <ac:chgData name="Harshith V" userId="a2c67b6e59d52c1c" providerId="LiveId" clId="{2FACB894-C101-4CCD-9EDA-1203002C131E}" dt="2026-03-06T06:19:29.745" v="17" actId="14100"/>
          <ac:picMkLst>
            <pc:docMk/>
            <pc:sldMk cId="2871354730" sldId="280"/>
            <ac:picMk id="11" creationId="{CEC149C5-8FEB-A8E5-B837-2EC8D7D271F9}"/>
          </ac:picMkLst>
        </pc:picChg>
        <pc:picChg chg="add mod">
          <ac:chgData name="Harshith V" userId="a2c67b6e59d52c1c" providerId="LiveId" clId="{2FACB894-C101-4CCD-9EDA-1203002C131E}" dt="2026-03-06T06:20:06.355" v="22" actId="14100"/>
          <ac:picMkLst>
            <pc:docMk/>
            <pc:sldMk cId="2871354730" sldId="280"/>
            <ac:picMk id="13" creationId="{628BDAB1-017C-B779-20B7-6E3556802784}"/>
          </ac:picMkLst>
        </pc:picChg>
        <pc:picChg chg="add mod">
          <ac:chgData name="Harshith V" userId="a2c67b6e59d52c1c" providerId="LiveId" clId="{2FACB894-C101-4CCD-9EDA-1203002C131E}" dt="2026-03-06T06:20:52.732" v="29" actId="14100"/>
          <ac:picMkLst>
            <pc:docMk/>
            <pc:sldMk cId="2871354730" sldId="280"/>
            <ac:picMk id="15" creationId="{783AB155-A0E7-E36B-519A-42F9AFE8263A}"/>
          </ac:picMkLst>
        </pc:picChg>
      </pc:sldChg>
      <pc:sldChg chg="addSp modSp new mod">
        <pc:chgData name="Harshith V" userId="a2c67b6e59d52c1c" providerId="LiveId" clId="{2FACB894-C101-4CCD-9EDA-1203002C131E}" dt="2026-03-06T06:23:50.104" v="61" actId="1076"/>
        <pc:sldMkLst>
          <pc:docMk/>
          <pc:sldMk cId="3668441621" sldId="281"/>
        </pc:sldMkLst>
        <pc:picChg chg="add mod">
          <ac:chgData name="Harshith V" userId="a2c67b6e59d52c1c" providerId="LiveId" clId="{2FACB894-C101-4CCD-9EDA-1203002C131E}" dt="2026-03-06T06:21:35.521" v="36" actId="1076"/>
          <ac:picMkLst>
            <pc:docMk/>
            <pc:sldMk cId="3668441621" sldId="281"/>
            <ac:picMk id="5" creationId="{A383F667-388D-F688-E230-BDCB95105CEC}"/>
          </ac:picMkLst>
        </pc:picChg>
        <pc:picChg chg="add mod">
          <ac:chgData name="Harshith V" userId="a2c67b6e59d52c1c" providerId="LiveId" clId="{2FACB894-C101-4CCD-9EDA-1203002C131E}" dt="2026-03-06T06:22:19.847" v="45" actId="14100"/>
          <ac:picMkLst>
            <pc:docMk/>
            <pc:sldMk cId="3668441621" sldId="281"/>
            <ac:picMk id="7" creationId="{CA25E882-D251-9E4F-2778-871A7077738C}"/>
          </ac:picMkLst>
        </pc:picChg>
        <pc:picChg chg="add mod">
          <ac:chgData name="Harshith V" userId="a2c67b6e59d52c1c" providerId="LiveId" clId="{2FACB894-C101-4CCD-9EDA-1203002C131E}" dt="2026-03-06T06:23:06.882" v="52" actId="14100"/>
          <ac:picMkLst>
            <pc:docMk/>
            <pc:sldMk cId="3668441621" sldId="281"/>
            <ac:picMk id="9" creationId="{BA1BF652-2FB6-D434-CD34-CB2FBD8E05D1}"/>
          </ac:picMkLst>
        </pc:picChg>
        <pc:picChg chg="add mod">
          <ac:chgData name="Harshith V" userId="a2c67b6e59d52c1c" providerId="LiveId" clId="{2FACB894-C101-4CCD-9EDA-1203002C131E}" dt="2026-03-06T06:23:50.104" v="61" actId="1076"/>
          <ac:picMkLst>
            <pc:docMk/>
            <pc:sldMk cId="3668441621" sldId="281"/>
            <ac:picMk id="11" creationId="{3BBE1A1E-DCE2-090A-7F82-A750C6EE7E70}"/>
          </ac:picMkLst>
        </pc:picChg>
      </pc:sldChg>
      <pc:sldChg chg="addSp modSp new mod">
        <pc:chgData name="Harshith V" userId="a2c67b6e59d52c1c" providerId="LiveId" clId="{2FACB894-C101-4CCD-9EDA-1203002C131E}" dt="2026-03-06T06:27:53.671" v="91" actId="14100"/>
        <pc:sldMkLst>
          <pc:docMk/>
          <pc:sldMk cId="1131016909" sldId="282"/>
        </pc:sldMkLst>
        <pc:picChg chg="add mod">
          <ac:chgData name="Harshith V" userId="a2c67b6e59d52c1c" providerId="LiveId" clId="{2FACB894-C101-4CCD-9EDA-1203002C131E}" dt="2026-03-06T06:24:40.650" v="66" actId="14100"/>
          <ac:picMkLst>
            <pc:docMk/>
            <pc:sldMk cId="1131016909" sldId="282"/>
            <ac:picMk id="5" creationId="{2E66937A-7839-41A2-440D-6DD506AB1D93}"/>
          </ac:picMkLst>
        </pc:picChg>
        <pc:picChg chg="add mod">
          <ac:chgData name="Harshith V" userId="a2c67b6e59d52c1c" providerId="LiveId" clId="{2FACB894-C101-4CCD-9EDA-1203002C131E}" dt="2026-03-06T06:25:35.545" v="76" actId="14100"/>
          <ac:picMkLst>
            <pc:docMk/>
            <pc:sldMk cId="1131016909" sldId="282"/>
            <ac:picMk id="7" creationId="{FE57FF4A-4E10-49AD-90E8-35A9EAC2D73A}"/>
          </ac:picMkLst>
        </pc:picChg>
        <pc:picChg chg="add mod">
          <ac:chgData name="Harshith V" userId="a2c67b6e59d52c1c" providerId="LiveId" clId="{2FACB894-C101-4CCD-9EDA-1203002C131E}" dt="2026-03-06T06:26:08.537" v="83" actId="14100"/>
          <ac:picMkLst>
            <pc:docMk/>
            <pc:sldMk cId="1131016909" sldId="282"/>
            <ac:picMk id="9" creationId="{43D50348-03B0-A44C-7109-EA085B7C189F}"/>
          </ac:picMkLst>
        </pc:picChg>
        <pc:picChg chg="add mod">
          <ac:chgData name="Harshith V" userId="a2c67b6e59d52c1c" providerId="LiveId" clId="{2FACB894-C101-4CCD-9EDA-1203002C131E}" dt="2026-03-06T06:27:53.671" v="91" actId="14100"/>
          <ac:picMkLst>
            <pc:docMk/>
            <pc:sldMk cId="1131016909" sldId="282"/>
            <ac:picMk id="11" creationId="{3ADB5DE5-FF5D-5044-E5ED-F052C3982E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harshithv14-ctrl/INTERNSHI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 Senthil Kumar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HOD: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lvl="0"/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Md Ziaur Rahman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+mn-lt"/>
              <a:cs typeface="+mn-lt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                                                     </a:t>
            </a:r>
            <a:endParaRPr lang="en-US" sz="2000" b="1">
              <a:solidFill>
                <a:schemeClr val="accent1"/>
              </a:solidFill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/>
            </a:pP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098232" y="552340"/>
            <a:ext cx="9995535" cy="135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CSE7302 - INTERNSHIP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Review-</a:t>
            </a:r>
            <a:r>
              <a:rPr lang="en-IN" alt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3</a:t>
            </a: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 Presentation 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Project Title: </a:t>
            </a: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Plus </a:t>
            </a:r>
            <a:r>
              <a:rPr lang="en-IN" altLang="en-US" b="0" dirty="0">
                <a:latin typeface="Cambria" panose="02040503050406030204"/>
                <a:cs typeface="Times New Roman" panose="02020603050405020304"/>
                <a:sym typeface="+mn-ea"/>
              </a:rPr>
              <a:t>- University ERP System</a:t>
            </a:r>
            <a:br>
              <a:rPr lang="en-US" b="0" dirty="0">
                <a:latin typeface="Cambria" panose="02040503050406030204"/>
                <a:cs typeface="Times New Roman" panose="02020603050405020304" pitchFamily="18" charset="0"/>
                <a:sym typeface="+mn-ea"/>
              </a:rPr>
            </a:b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</a:t>
            </a:r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Domain:</a:t>
            </a: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Full Stack Web Development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0083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HARSHITH V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20221CSE0635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974725"/>
            <a:ext cx="10424795" cy="329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 Full Stack Web Development</a:t>
            </a: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 Architecture)</a:t>
            </a: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 (Frontend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25175" cy="4632325"/>
          </a:xfrm>
        </p:spPr>
        <p:txBody>
          <a:bodyPr>
            <a:normAutofit fontScale="87500" lnSpcReduction="2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Internship carried out under organizational supervision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Buddha Appa Rao, Senior Section Engineer (SSE)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Rail Wheel Factory.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progress reviews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project-based development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Responsibilities: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 design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SQL queries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Flask APIs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integration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system implementation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and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98810" cy="4660265"/>
          </a:xfrm>
        </p:spPr>
        <p:txBody>
          <a:bodyPr>
            <a:normAutofit fontScale="87500" lnSpcReduction="1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normalized relational database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proper primary and foreign key relationships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SQL join operations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Flask–SQL Server connection errors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session-based authentication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Fixing frontend-backend API integration issues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problem-solving skills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understanding of REST API architecture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debugging and system design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7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35EA6B-0281-E0EC-22D5-773ED5C92E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54685"/>
            <a:ext cx="1087348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Digitize hospital workflows: patient registration, visits, diagnoses &amp; prescriptions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role-based access for Doctors, Patients, Pharmacists and Admins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prescription tracking and one-click pharmacy dispensing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 patients to securely upload and view their own medical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an admin dashboard with live stats and bulk patient import (Excel/CSV)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data persistence — no records lost on schema re-deployment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8CDDC4-D48D-F735-B3AA-20C04CCD5F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395" y="1336240"/>
            <a:ext cx="1210299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HMS tools (Epic, Meditech) are expensive, desktop-bound and complex to deploy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Most open-source alternatives lack role-based access and modern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unified view across doctor, pharmacist and admin roles in a single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upload and bulk import features are rarely included in reviewed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Schema migrations in existing tools routinely destroy live patient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Flask + JWT and React + TypeScript identified as best fit for a secure, modern stack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3C9DE5-DA07-0F1C-0A66-030565C1C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3582" y="1184366"/>
            <a:ext cx="11804835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Web-based Hospital Management System accessible from any browser — no installation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Four role-specific dashboards: Doctor, Patient, Pharmacist, Administrator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with React 18 + TypeScript (frontend) and Python Flask REST API (backend)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 Server database with stored procedures and views for complex 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JWT authentication with 8-hour token expiry and SHA-256 password hashing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file uploads (X-Ray, MRI, CT, Blood Test, Reports) up to 50 MB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EAE014-5409-0D63-A6A2-F2F3A9B55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442" y="1184366"/>
            <a:ext cx="1161311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Patient records, prescriptions and diagnoses are stored in disconnected silos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Manual, paper-based pharmacy logs cause dispensing errors and no audit trail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Generic systems provide no role separation — privacy risk and cluttered UI for all staff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 scripts using DROP TABLE destroy all patient data on every re-run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mechanism for patients to access or upload their own medical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have no way to bulk-import or track patient registration history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0691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57" y="1026160"/>
            <a:ext cx="10916285" cy="48056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or higher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 GB free space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Local or internet access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10/11 or Ubuntu 22+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3.10+, Flask, pyodbc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MS SQL Server 2019+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Node.js 18+, React 18, TypeScript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Chrome, Edge or Firefox (modern)</a:t>
            </a:r>
          </a:p>
          <a:p>
            <a:pPr marL="0" indent="0">
              <a:buNone/>
            </a:pP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5DC6-4421-FBBC-1C9C-621D75F4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559F1-A355-8272-73A2-CE222D40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4C5AB-541C-16D9-1054-556FB60C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FBF271-B346-2A74-D0C7-87A72297B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991" y="1598664"/>
            <a:ext cx="1118511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 platform serves all roles — no need for separate tools per department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NOT EXISTS guards prevent data loss during schema updates or re-deployments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by design: JWT expiry, hashed passwords, role-guarded API endpoints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Every prescription, visit and file is timestamped and attributed for full audit trail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Admins can import hundreds of patients via Excel/CSV in one operation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Responsive dark-themed UI works on desktop and mobile without a separate app </a:t>
            </a:r>
          </a:p>
        </p:txBody>
      </p:sp>
    </p:spTree>
    <p:extLst>
      <p:ext uri="{BB962C8B-B14F-4D97-AF65-F5344CB8AC3E}">
        <p14:creationId xmlns:p14="http://schemas.microsoft.com/office/powerpoint/2010/main" val="1034186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 fontScale="95000"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Three-layer architecture: Presentation → Application → Data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React + TypeScript with role-conditional navigation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Flask REST API with 15+ endpoints and JWT middleware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SQL Server with stored procedures, views, and IDENTITY primary keys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tables: Patients, Users, Doctors, Visits, Diagnoses, Prescriptions, MedicalFiles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powered by view vw_DashboardStats for live aggregated 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14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5A2BAF-6942-5F29-3144-A7CBFC0FFE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237" y="1530810"/>
            <a:ext cx="1207952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 – Database: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Schema created with IF NOT EXISTS guards; stored procedures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written for all major 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 – Backend: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Flask API built with login_required decorator, JWT stored on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flask.g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dual-mode password verification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 – Frontend: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Role-based views in single App.tsx; token decoded client-side; inline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 errors; CSS animations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4 – Testing: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4 role login flows verified; prescription dispense, file upload/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and CSV import tested end-to-end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64A9B-6A26-530E-F828-6942A591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18152-F23F-DE31-CC4C-DB40682C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B387C7-C115-3457-C643-2B50B45B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243840"/>
            <a:ext cx="5293360" cy="2555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C149C5-8FEB-A8E5-B837-2EC8D7D27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922" y="243840"/>
            <a:ext cx="5029198" cy="2555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8BDAB1-017C-B779-20B7-6E3556802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3108959"/>
            <a:ext cx="5293360" cy="26929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3AB155-A0E7-E36B-519A-42F9AFE82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922" y="3108959"/>
            <a:ext cx="5049518" cy="26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54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A9DC9-2D33-FFA1-CE3F-EF71408E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BDA31-B89F-8C98-F20E-8FC87636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16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3F667-388D-F688-E230-BDCB95105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" y="243840"/>
            <a:ext cx="5090160" cy="2616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5E882-D251-9E4F-2778-871A70777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2" y="243840"/>
            <a:ext cx="5090158" cy="2616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1BF652-2FB6-D434-CD34-CB2FBD8E0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" y="3098800"/>
            <a:ext cx="5090160" cy="2616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BE1A1E-DCE2-090A-7F82-A750C6EE7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1" y="3098799"/>
            <a:ext cx="5090159" cy="261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41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47E2D-ADAE-4C4B-F94C-4F1A30FF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CC79BF-1603-C23C-30B0-A66C9320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17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6937A-7839-41A2-440D-6DD506AB1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74320"/>
            <a:ext cx="5242560" cy="2570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57FF4A-4E10-49AD-90E8-35A9EAC2D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274320"/>
            <a:ext cx="5140960" cy="2570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50348-03B0-A44C-7109-EA085B7C1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178175"/>
            <a:ext cx="5242560" cy="2570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DB5DE5-FF5D-5044-E5ED-F052C398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3178174"/>
            <a:ext cx="5140960" cy="257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1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18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0371" y="901298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22" name="Content Placeholder 2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380" y="1269598"/>
            <a:ext cx="10515600" cy="407670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2867025" y="2160270"/>
            <a:ext cx="1268095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10/1/2026-16/1/2026</a:t>
            </a: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VIEW OF WHAT WILL BE DONE.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4135120" y="2224405"/>
            <a:ext cx="1345565" cy="1203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31/01/2026-06/02/2026</a:t>
            </a: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AND DEMO OF THE BACKEND DATA RETRIVAL. 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5384800" y="2152015"/>
            <a:ext cx="125476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28/02/2026-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06/03/2026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FUNTIONAL FRONTEND.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CE2C3-998B-57B6-5B80-3F81026D361C}"/>
              </a:ext>
            </a:extLst>
          </p:cNvPr>
          <p:cNvSpPr txBox="1"/>
          <p:nvPr/>
        </p:nvSpPr>
        <p:spPr>
          <a:xfrm>
            <a:off x="6762738" y="2388637"/>
            <a:ext cx="10283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03/04/2026-09/04/2026</a:t>
            </a: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 OF THE SAME.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34D8C-9D40-B4D3-CC9E-C536555CDC6D}"/>
              </a:ext>
            </a:extLst>
          </p:cNvPr>
          <p:cNvSpPr txBox="1"/>
          <p:nvPr/>
        </p:nvSpPr>
        <p:spPr>
          <a:xfrm>
            <a:off x="8108303" y="2292285"/>
            <a:ext cx="1028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20/04/2026-26/04/2026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https://github.com/meharshithv14-ctrl/INTERNSHIP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1141</Words>
  <Application>Microsoft Office PowerPoint</Application>
  <PresentationFormat>Widescreen</PresentationFormat>
  <Paragraphs>190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</vt:lpstr>
      <vt:lpstr>System Design</vt:lpstr>
      <vt:lpstr>System Implementation (At least 50%)</vt:lpstr>
      <vt:lpstr>PowerPoint Presentation</vt:lpstr>
      <vt:lpstr>PowerPoint Presentation</vt:lpstr>
      <vt:lpstr>PowerPoint Presentation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 V</cp:lastModifiedBy>
  <cp:revision>723</cp:revision>
  <dcterms:created xsi:type="dcterms:W3CDTF">2022-10-14T07:18:00Z</dcterms:created>
  <dcterms:modified xsi:type="dcterms:W3CDTF">2026-03-06T06:28:00Z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BCE69C7EE1AD46FB872CBB594B321F83_13</vt:lpwstr>
  </property>
  <property fmtid="{D5CDD505-2E9C-101B-9397-08002B2CF9AE}" pid="3" name="KSOProductBuildVer">
    <vt:lpwstr>2057-12.2.0.23197</vt:lpwstr>
  </property>
</Properties>
</file>